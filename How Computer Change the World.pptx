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0" r:id="rId6"/>
    <p:sldId id="258"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62" autoAdjust="0"/>
    <p:restoredTop sz="94660"/>
  </p:normalViewPr>
  <p:slideViewPr>
    <p:cSldViewPr snapToGrid="0">
      <p:cViewPr varScale="1">
        <p:scale>
          <a:sx n="84" d="100"/>
          <a:sy n="84" d="100"/>
        </p:scale>
        <p:origin x="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1931492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2732723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2301681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F4D13D-545D-4A1D-9823-EB54BDB5DB95}" type="datetimeFigureOut">
              <a:rPr lang="en-PK" smtClean="0"/>
              <a:t>11-Oct-2025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87359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F4D13D-545D-4A1D-9823-EB54BDB5DB95}" type="datetimeFigureOut">
              <a:rPr lang="en-PK" smtClean="0"/>
              <a:t>11-Oct-2025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3476448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3"/>
          <p:cNvSpPr>
            <a:spLocks noGrp="1"/>
          </p:cNvSpPr>
          <p:nvPr>
            <p:ph type="ftr" sz="quarter" idx="11"/>
          </p:nvPr>
        </p:nvSpPr>
        <p:spPr/>
        <p:txBody>
          <a:bodyPr/>
          <a:lstStyle/>
          <a:p>
            <a:endParaRPr lang="en-PK"/>
          </a:p>
        </p:txBody>
      </p:sp>
      <p:sp>
        <p:nvSpPr>
          <p:cNvPr id="6" name="Slide Number Placeholder 4"/>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544478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2"/>
          <p:cNvSpPr>
            <a:spLocks noGrp="1"/>
          </p:cNvSpPr>
          <p:nvPr>
            <p:ph type="ftr" sz="quarter" idx="11"/>
          </p:nvPr>
        </p:nvSpPr>
        <p:spPr/>
        <p:txBody>
          <a:bodyPr/>
          <a:lstStyle/>
          <a:p>
            <a:endParaRPr lang="en-PK"/>
          </a:p>
        </p:txBody>
      </p:sp>
      <p:sp>
        <p:nvSpPr>
          <p:cNvPr id="6" name="Slide Number Placeholder 3"/>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2287658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5"/>
          <p:cNvSpPr>
            <a:spLocks noGrp="1"/>
          </p:cNvSpPr>
          <p:nvPr>
            <p:ph type="ftr" sz="quarter" idx="11"/>
          </p:nvPr>
        </p:nvSpPr>
        <p:spPr/>
        <p:txBody>
          <a:bodyPr/>
          <a:lstStyle/>
          <a:p>
            <a:endParaRPr lang="en-PK"/>
          </a:p>
        </p:txBody>
      </p:sp>
      <p:sp>
        <p:nvSpPr>
          <p:cNvPr id="6" name="Slide Number Placeholder 6"/>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3942566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7F4D13D-545D-4A1D-9823-EB54BDB5DB95}" type="datetimeFigureOut">
              <a:rPr lang="en-PK" smtClean="0"/>
              <a:t>11-Oct-2025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431583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7F4D13D-545D-4A1D-9823-EB54BDB5DB95}" type="datetimeFigureOut">
              <a:rPr lang="en-PK" smtClean="0"/>
              <a:t>11-Oct-2025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2036556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1354485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97014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15112604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4"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2927616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4"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16183517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4198752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4D13D-545D-4A1D-9823-EB54BDB5DB95}" type="datetimeFigureOut">
              <a:rPr lang="en-PK" smtClean="0"/>
              <a:t>11-Oct-2025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30B2885B-8575-454D-8A1C-690BEA5E2C9C}" type="slidenum">
              <a:rPr lang="en-PK" smtClean="0"/>
              <a:t>‹#›</a:t>
            </a:fld>
            <a:endParaRPr lang="en-PK"/>
          </a:p>
        </p:txBody>
      </p:sp>
    </p:spTree>
    <p:extLst>
      <p:ext uri="{BB962C8B-B14F-4D97-AF65-F5344CB8AC3E}">
        <p14:creationId xmlns:p14="http://schemas.microsoft.com/office/powerpoint/2010/main" val="2771314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7F4D13D-545D-4A1D-9823-EB54BDB5DB95}" type="datetimeFigureOut">
              <a:rPr lang="en-PK" smtClean="0"/>
              <a:t>11-Oct-2025</a:t>
            </a:fld>
            <a:endParaRPr lang="en-PK"/>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PK"/>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0B2885B-8575-454D-8A1C-690BEA5E2C9C}" type="slidenum">
              <a:rPr lang="en-PK" smtClean="0"/>
              <a:t>‹#›</a:t>
            </a:fld>
            <a:endParaRPr lang="en-PK"/>
          </a:p>
        </p:txBody>
      </p:sp>
    </p:spTree>
    <p:extLst>
      <p:ext uri="{BB962C8B-B14F-4D97-AF65-F5344CB8AC3E}">
        <p14:creationId xmlns:p14="http://schemas.microsoft.com/office/powerpoint/2010/main" val="2433327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54136-3FB5-44F9-80F4-57DE9552D48B}"/>
              </a:ext>
            </a:extLst>
          </p:cNvPr>
          <p:cNvSpPr>
            <a:spLocks noGrp="1"/>
          </p:cNvSpPr>
          <p:nvPr>
            <p:ph type="ctrTitle"/>
          </p:nvPr>
        </p:nvSpPr>
        <p:spPr>
          <a:xfrm>
            <a:off x="1524000" y="609600"/>
            <a:ext cx="9144000" cy="2900363"/>
          </a:xfrm>
        </p:spPr>
        <p:txBody>
          <a:bodyPr/>
          <a:lstStyle/>
          <a:p>
            <a:r>
              <a:rPr lang="en-US" dirty="0"/>
              <a:t>How Computer Change the World</a:t>
            </a:r>
            <a:endParaRPr lang="en-PK" dirty="0"/>
          </a:p>
        </p:txBody>
      </p:sp>
      <p:sp>
        <p:nvSpPr>
          <p:cNvPr id="3" name="Subtitle 2">
            <a:extLst>
              <a:ext uri="{FF2B5EF4-FFF2-40B4-BE49-F238E27FC236}">
                <a16:creationId xmlns:a16="http://schemas.microsoft.com/office/drawing/2014/main" id="{E4E55391-8CFF-4E2F-9B01-54A7BB509AEC}"/>
              </a:ext>
            </a:extLst>
          </p:cNvPr>
          <p:cNvSpPr>
            <a:spLocks noGrp="1"/>
          </p:cNvSpPr>
          <p:nvPr>
            <p:ph type="subTitle" idx="1"/>
          </p:nvPr>
        </p:nvSpPr>
        <p:spPr/>
        <p:txBody>
          <a:bodyPr>
            <a:noAutofit/>
          </a:bodyPr>
          <a:lstStyle/>
          <a:p>
            <a:pPr algn="l"/>
            <a:r>
              <a:rPr lang="en-US" sz="1400" dirty="0"/>
              <a:t>Name:</a:t>
            </a:r>
          </a:p>
          <a:p>
            <a:pPr algn="l"/>
            <a:r>
              <a:rPr lang="en-US" sz="1400" dirty="0"/>
              <a:t>Muhammad Fahad </a:t>
            </a:r>
          </a:p>
          <a:p>
            <a:pPr algn="l"/>
            <a:r>
              <a:rPr lang="en-US" sz="1400" dirty="0"/>
              <a:t>Arbab Ahmed  </a:t>
            </a:r>
          </a:p>
          <a:p>
            <a:pPr algn="l"/>
            <a:r>
              <a:rPr lang="en-US" sz="1400" dirty="0"/>
              <a:t>Hassan Sheikh </a:t>
            </a:r>
          </a:p>
          <a:p>
            <a:pPr algn="l"/>
            <a:r>
              <a:rPr lang="en-US" sz="1400" dirty="0"/>
              <a:t>Zaid Khan   </a:t>
            </a:r>
            <a:endParaRPr lang="en-PK" sz="1400" dirty="0"/>
          </a:p>
        </p:txBody>
      </p:sp>
    </p:spTree>
    <p:extLst>
      <p:ext uri="{BB962C8B-B14F-4D97-AF65-F5344CB8AC3E}">
        <p14:creationId xmlns:p14="http://schemas.microsoft.com/office/powerpoint/2010/main" val="953281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47581-9D10-4E58-98C3-344724646726}"/>
              </a:ext>
            </a:extLst>
          </p:cNvPr>
          <p:cNvSpPr>
            <a:spLocks noGrp="1"/>
          </p:cNvSpPr>
          <p:nvPr>
            <p:ph type="title"/>
          </p:nvPr>
        </p:nvSpPr>
        <p:spPr/>
        <p:txBody>
          <a:bodyPr/>
          <a:lstStyle/>
          <a:p>
            <a:pPr algn="ctr"/>
            <a:r>
              <a:rPr lang="en-US" dirty="0"/>
              <a:t>Evolution</a:t>
            </a:r>
            <a:endParaRPr lang="en-PK" dirty="0"/>
          </a:p>
        </p:txBody>
      </p:sp>
      <p:sp>
        <p:nvSpPr>
          <p:cNvPr id="3" name="Content Placeholder 2">
            <a:extLst>
              <a:ext uri="{FF2B5EF4-FFF2-40B4-BE49-F238E27FC236}">
                <a16:creationId xmlns:a16="http://schemas.microsoft.com/office/drawing/2014/main" id="{9474107D-FEE1-4E0A-A544-E59AD47B6343}"/>
              </a:ext>
            </a:extLst>
          </p:cNvPr>
          <p:cNvSpPr>
            <a:spLocks noGrp="1"/>
          </p:cNvSpPr>
          <p:nvPr>
            <p:ph idx="1"/>
          </p:nvPr>
        </p:nvSpPr>
        <p:spPr/>
        <p:txBody>
          <a:bodyPr/>
          <a:lstStyle/>
          <a:p>
            <a:pPr marL="0" indent="0">
              <a:buNone/>
            </a:pPr>
            <a:r>
              <a:rPr lang="en-US" dirty="0"/>
              <a:t>Computers have changed a lot since they were first created. At the beginning, they were very big, slow, and expensive machines that only a few people could use. Over time, technology improved, and computers became smaller, faster, and cheaper. This made it possible for many people to have computers at home and work</a:t>
            </a:r>
            <a:endParaRPr lang="en-PK" dirty="0"/>
          </a:p>
        </p:txBody>
      </p:sp>
    </p:spTree>
    <p:extLst>
      <p:ext uri="{BB962C8B-B14F-4D97-AF65-F5344CB8AC3E}">
        <p14:creationId xmlns:p14="http://schemas.microsoft.com/office/powerpoint/2010/main" val="2651838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E215-A58A-404E-A937-95D8B693D57D}"/>
              </a:ext>
            </a:extLst>
          </p:cNvPr>
          <p:cNvSpPr>
            <a:spLocks noGrp="1"/>
          </p:cNvSpPr>
          <p:nvPr>
            <p:ph type="title"/>
          </p:nvPr>
        </p:nvSpPr>
        <p:spPr>
          <a:xfrm>
            <a:off x="874220" y="396273"/>
            <a:ext cx="9404723" cy="1400530"/>
          </a:xfrm>
        </p:spPr>
        <p:txBody>
          <a:bodyPr/>
          <a:lstStyle/>
          <a:p>
            <a:pPr algn="ctr"/>
            <a:r>
              <a:rPr lang="en-US" dirty="0"/>
              <a:t>Benefits</a:t>
            </a:r>
            <a:endParaRPr lang="en-PK" dirty="0"/>
          </a:p>
        </p:txBody>
      </p:sp>
      <p:sp>
        <p:nvSpPr>
          <p:cNvPr id="3" name="Content Placeholder 2">
            <a:extLst>
              <a:ext uri="{FF2B5EF4-FFF2-40B4-BE49-F238E27FC236}">
                <a16:creationId xmlns:a16="http://schemas.microsoft.com/office/drawing/2014/main" id="{88DBA3B3-DC64-484E-A56A-B2A0A60A22A4}"/>
              </a:ext>
            </a:extLst>
          </p:cNvPr>
          <p:cNvSpPr>
            <a:spLocks noGrp="1"/>
          </p:cNvSpPr>
          <p:nvPr>
            <p:ph idx="1"/>
          </p:nvPr>
        </p:nvSpPr>
        <p:spPr/>
        <p:txBody>
          <a:bodyPr/>
          <a:lstStyle/>
          <a:p>
            <a:r>
              <a:rPr lang="en-US" dirty="0"/>
              <a:t>Work is done faster and with fewer mistakes.</a:t>
            </a:r>
          </a:p>
          <a:p>
            <a:r>
              <a:rPr lang="en-US" dirty="0"/>
              <a:t>It helps people to find their job easily.</a:t>
            </a:r>
          </a:p>
          <a:p>
            <a:r>
              <a:rPr lang="en-US" dirty="0"/>
              <a:t>Large amounts of data can be stored and accessed easily.</a:t>
            </a:r>
          </a:p>
          <a:p>
            <a:r>
              <a:rPr lang="en-US" dirty="0"/>
              <a:t>Save time by making tasks easier.</a:t>
            </a:r>
          </a:p>
          <a:p>
            <a:r>
              <a:rPr lang="en-US" dirty="0"/>
              <a:t>Connect people worldwide through the internet</a:t>
            </a:r>
          </a:p>
          <a:p>
            <a:pPr marL="0" indent="0">
              <a:buNone/>
            </a:pPr>
            <a:endParaRPr lang="en-PK" dirty="0"/>
          </a:p>
        </p:txBody>
      </p:sp>
    </p:spTree>
    <p:extLst>
      <p:ext uri="{BB962C8B-B14F-4D97-AF65-F5344CB8AC3E}">
        <p14:creationId xmlns:p14="http://schemas.microsoft.com/office/powerpoint/2010/main" val="1748822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03947-4271-487A-9927-F0113A14BE6B}"/>
              </a:ext>
            </a:extLst>
          </p:cNvPr>
          <p:cNvSpPr>
            <a:spLocks noGrp="1"/>
          </p:cNvSpPr>
          <p:nvPr>
            <p:ph type="title"/>
          </p:nvPr>
        </p:nvSpPr>
        <p:spPr/>
        <p:txBody>
          <a:bodyPr/>
          <a:lstStyle/>
          <a:p>
            <a:pPr algn="ctr"/>
            <a:r>
              <a:rPr lang="en-US" dirty="0"/>
              <a:t>Privacy</a:t>
            </a:r>
            <a:endParaRPr lang="en-PK" dirty="0"/>
          </a:p>
        </p:txBody>
      </p:sp>
      <p:sp>
        <p:nvSpPr>
          <p:cNvPr id="3" name="Content Placeholder 2">
            <a:extLst>
              <a:ext uri="{FF2B5EF4-FFF2-40B4-BE49-F238E27FC236}">
                <a16:creationId xmlns:a16="http://schemas.microsoft.com/office/drawing/2014/main" id="{DD585720-F92C-4B49-AB8C-11AEE793080C}"/>
              </a:ext>
            </a:extLst>
          </p:cNvPr>
          <p:cNvSpPr>
            <a:spLocks noGrp="1"/>
          </p:cNvSpPr>
          <p:nvPr>
            <p:ph idx="1"/>
          </p:nvPr>
        </p:nvSpPr>
        <p:spPr/>
        <p:txBody>
          <a:bodyPr/>
          <a:lstStyle/>
          <a:p>
            <a:pPr marL="0" indent="0">
              <a:buNone/>
            </a:pPr>
            <a:r>
              <a:rPr lang="en-US" dirty="0"/>
              <a:t>Computer privacy keeping your personal information safe on computers and online. It helps control who can see and use your data, like your name, email, or what websites you visit. To protect privacy, people use strong passwords, antivirus software, and privacy settings. </a:t>
            </a:r>
            <a:endParaRPr lang="en-PK" dirty="0"/>
          </a:p>
        </p:txBody>
      </p:sp>
    </p:spTree>
    <p:extLst>
      <p:ext uri="{BB962C8B-B14F-4D97-AF65-F5344CB8AC3E}">
        <p14:creationId xmlns:p14="http://schemas.microsoft.com/office/powerpoint/2010/main" val="1899856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3450-431B-4DCF-9FF0-CBC48ED2ECE6}"/>
              </a:ext>
            </a:extLst>
          </p:cNvPr>
          <p:cNvSpPr>
            <a:spLocks noGrp="1"/>
          </p:cNvSpPr>
          <p:nvPr>
            <p:ph type="title"/>
          </p:nvPr>
        </p:nvSpPr>
        <p:spPr/>
        <p:txBody>
          <a:bodyPr/>
          <a:lstStyle/>
          <a:p>
            <a:r>
              <a:rPr lang="en-US" dirty="0"/>
              <a:t>Role in Education and Health Care</a:t>
            </a:r>
            <a:endParaRPr lang="en-PK" dirty="0"/>
          </a:p>
        </p:txBody>
      </p:sp>
      <p:sp>
        <p:nvSpPr>
          <p:cNvPr id="3" name="Content Placeholder 2">
            <a:extLst>
              <a:ext uri="{FF2B5EF4-FFF2-40B4-BE49-F238E27FC236}">
                <a16:creationId xmlns:a16="http://schemas.microsoft.com/office/drawing/2014/main" id="{632E6A81-BA92-40F1-A44B-E03D30CD4B73}"/>
              </a:ext>
            </a:extLst>
          </p:cNvPr>
          <p:cNvSpPr>
            <a:spLocks noGrp="1"/>
          </p:cNvSpPr>
          <p:nvPr>
            <p:ph idx="1"/>
          </p:nvPr>
        </p:nvSpPr>
        <p:spPr/>
        <p:txBody>
          <a:bodyPr/>
          <a:lstStyle/>
          <a:p>
            <a:pPr marL="0" indent="0">
              <a:buNone/>
            </a:pPr>
            <a:r>
              <a:rPr lang="en-US" dirty="0"/>
              <a:t>Computers have greatly improved education by giving easy access to vast information, supporting interactive learning through multimedia, and helping students and teachers communicate better. They also teach important digital skills needed for the future.</a:t>
            </a:r>
            <a:endParaRPr lang="en-PK" dirty="0"/>
          </a:p>
        </p:txBody>
      </p:sp>
    </p:spTree>
    <p:extLst>
      <p:ext uri="{BB962C8B-B14F-4D97-AF65-F5344CB8AC3E}">
        <p14:creationId xmlns:p14="http://schemas.microsoft.com/office/powerpoint/2010/main" val="962027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13EB-7DA0-485E-AA0E-84AB740E4834}"/>
              </a:ext>
            </a:extLst>
          </p:cNvPr>
          <p:cNvSpPr>
            <a:spLocks noGrp="1"/>
          </p:cNvSpPr>
          <p:nvPr>
            <p:ph type="title"/>
          </p:nvPr>
        </p:nvSpPr>
        <p:spPr/>
        <p:txBody>
          <a:bodyPr/>
          <a:lstStyle/>
          <a:p>
            <a:r>
              <a:rPr lang="en-US" dirty="0"/>
              <a:t>How it makes work easier</a:t>
            </a:r>
            <a:endParaRPr lang="en-PK" dirty="0"/>
          </a:p>
        </p:txBody>
      </p:sp>
      <p:sp>
        <p:nvSpPr>
          <p:cNvPr id="3" name="Content Placeholder 2">
            <a:extLst>
              <a:ext uri="{FF2B5EF4-FFF2-40B4-BE49-F238E27FC236}">
                <a16:creationId xmlns:a16="http://schemas.microsoft.com/office/drawing/2014/main" id="{9E79010B-8447-4629-A4C3-C602112FB377}"/>
              </a:ext>
            </a:extLst>
          </p:cNvPr>
          <p:cNvSpPr>
            <a:spLocks noGrp="1"/>
          </p:cNvSpPr>
          <p:nvPr>
            <p:ph idx="1"/>
          </p:nvPr>
        </p:nvSpPr>
        <p:spPr/>
        <p:txBody>
          <a:bodyPr/>
          <a:lstStyle/>
          <a:p>
            <a:pPr marL="0" indent="0">
              <a:buNone/>
            </a:pPr>
            <a:r>
              <a:rPr lang="en-US" dirty="0"/>
              <a:t>Computers make work easier by helping people do tasks faster and more accurately. They allow workers to access important information anytime and anywhere, communicate quickly with others, and use tools that organize work, automate boring tasks, and reduce mistakes. This saves time and energy, letting people focus on more important parts of their jobs and be more productive overall.</a:t>
            </a:r>
            <a:endParaRPr lang="en-PK" dirty="0"/>
          </a:p>
        </p:txBody>
      </p:sp>
    </p:spTree>
    <p:extLst>
      <p:ext uri="{BB962C8B-B14F-4D97-AF65-F5344CB8AC3E}">
        <p14:creationId xmlns:p14="http://schemas.microsoft.com/office/powerpoint/2010/main" val="2200139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D3682-1095-445D-AF9C-6258C9104A49}"/>
              </a:ext>
            </a:extLst>
          </p:cNvPr>
          <p:cNvSpPr>
            <a:spLocks noGrp="1"/>
          </p:cNvSpPr>
          <p:nvPr>
            <p:ph type="title"/>
          </p:nvPr>
        </p:nvSpPr>
        <p:spPr/>
        <p:txBody>
          <a:bodyPr/>
          <a:lstStyle/>
          <a:p>
            <a:pPr algn="ctr"/>
            <a:r>
              <a:rPr lang="en-US" dirty="0"/>
              <a:t>Summary</a:t>
            </a:r>
            <a:endParaRPr lang="en-PK" dirty="0"/>
          </a:p>
        </p:txBody>
      </p:sp>
      <p:sp>
        <p:nvSpPr>
          <p:cNvPr id="3" name="Content Placeholder 2">
            <a:extLst>
              <a:ext uri="{FF2B5EF4-FFF2-40B4-BE49-F238E27FC236}">
                <a16:creationId xmlns:a16="http://schemas.microsoft.com/office/drawing/2014/main" id="{1AE9C365-92BD-49F5-9D11-207C1E7D336B}"/>
              </a:ext>
            </a:extLst>
          </p:cNvPr>
          <p:cNvSpPr>
            <a:spLocks noGrp="1"/>
          </p:cNvSpPr>
          <p:nvPr>
            <p:ph idx="1"/>
          </p:nvPr>
        </p:nvSpPr>
        <p:spPr/>
        <p:txBody>
          <a:bodyPr/>
          <a:lstStyle/>
          <a:p>
            <a:pPr marL="0" indent="0">
              <a:buNone/>
            </a:pPr>
            <a:r>
              <a:rPr lang="en-US" dirty="0"/>
              <a:t>Computers have changed the world in many powerful ways. They started as huge machines in the 1940s used for science and military work. Over time, they became smaller, faster, and cheaper, making their way into homes and offices. In the 1990s, the internet connected people globally, changing how we communicate, work, and learn. Today, computers are everywhere – in phones, cars, and even watches – helping with daily tasks and improving areas like healthcare, business, and education. As technology keeps growing, computers will continue shaping our future in amazing ways.</a:t>
            </a:r>
            <a:endParaRPr lang="en-PK" dirty="0"/>
          </a:p>
        </p:txBody>
      </p:sp>
    </p:spTree>
    <p:extLst>
      <p:ext uri="{BB962C8B-B14F-4D97-AF65-F5344CB8AC3E}">
        <p14:creationId xmlns:p14="http://schemas.microsoft.com/office/powerpoint/2010/main" val="26988733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61</TotalTime>
  <Words>401</Words>
  <Application>Microsoft Office PowerPoint</Application>
  <PresentationFormat>Widescreen</PresentationFormat>
  <Paragraphs>22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Ion</vt:lpstr>
      <vt:lpstr>How Computer Change the World</vt:lpstr>
      <vt:lpstr>Evolution</vt:lpstr>
      <vt:lpstr>Benefits</vt:lpstr>
      <vt:lpstr>Privacy</vt:lpstr>
      <vt:lpstr>Role in Education and Health Care</vt:lpstr>
      <vt:lpstr>How it makes work easier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Computer Change the World</dc:title>
  <dc:creator>Administrator</dc:creator>
  <cp:lastModifiedBy>Administrator</cp:lastModifiedBy>
  <cp:revision>6</cp:revision>
  <dcterms:created xsi:type="dcterms:W3CDTF">2025-10-11T06:30:49Z</dcterms:created>
  <dcterms:modified xsi:type="dcterms:W3CDTF">2025-10-11T07:31:51Z</dcterms:modified>
</cp:coreProperties>
</file>