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1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60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9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8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15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3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6144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67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5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81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46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16E35-0D4A-4387-BE88-9E73C61C1A80}" type="datetimeFigureOut">
              <a:rPr lang="en-PK" smtClean="0"/>
              <a:t>09-Oct-2025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BDE9C9A-3F25-4483-A6C7-B7A49912F8A1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90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EE45-5C5C-4DB1-B363-555BB34843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 Knowledge Quiz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61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4856-D080-4643-9B5C-A89DA5DF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Who is the father of Pakistan cricket team?</a:t>
            </a:r>
            <a:endParaRPr lang="en-PK" dirty="0"/>
          </a:p>
        </p:txBody>
      </p:sp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09197CFF-45C0-49B5-B0FD-76288B9C3226}"/>
              </a:ext>
            </a:extLst>
          </p:cNvPr>
          <p:cNvSpPr/>
          <p:nvPr/>
        </p:nvSpPr>
        <p:spPr>
          <a:xfrm>
            <a:off x="3522133" y="2554917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6441FCE4-6A61-46BD-B9AA-79399563A01E}"/>
              </a:ext>
            </a:extLst>
          </p:cNvPr>
          <p:cNvSpPr/>
          <p:nvPr/>
        </p:nvSpPr>
        <p:spPr>
          <a:xfrm>
            <a:off x="3522133" y="3361711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69B40-7FB7-4932-8110-71CE0FCCAD7A}"/>
              </a:ext>
            </a:extLst>
          </p:cNvPr>
          <p:cNvSpPr/>
          <p:nvPr/>
        </p:nvSpPr>
        <p:spPr>
          <a:xfrm>
            <a:off x="3618088" y="2629083"/>
            <a:ext cx="392853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Virat Kohli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FD45F-33DA-4C37-B712-F78D41776E99}"/>
              </a:ext>
            </a:extLst>
          </p:cNvPr>
          <p:cNvSpPr/>
          <p:nvPr/>
        </p:nvSpPr>
        <p:spPr>
          <a:xfrm>
            <a:off x="3618088" y="3469198"/>
            <a:ext cx="392853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Tilak Verma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975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FF6E-ED82-438A-AD6D-E5191180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choose the right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24BE2593-9459-4DA7-9663-7261E1B7DCEC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1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C9-A1E3-466D-906F-D1F95606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Oops! Wrong answer</a:t>
            </a:r>
            <a:endParaRPr lang="en-PK" dirty="0"/>
          </a:p>
        </p:txBody>
      </p:sp>
      <p:sp>
        <p:nvSpPr>
          <p:cNvPr id="4" name="Rectangle: Diagonal Corners Rounded 3">
            <a:hlinkClick r:id="rId2" action="ppaction://hlinksldjump"/>
            <a:extLst>
              <a:ext uri="{FF2B5EF4-FFF2-40B4-BE49-F238E27FC236}">
                <a16:creationId xmlns:a16="http://schemas.microsoft.com/office/drawing/2014/main" id="{BE3AB5A7-67FF-4E94-A25C-B0B1EE2C892A}"/>
              </a:ext>
            </a:extLst>
          </p:cNvPr>
          <p:cNvSpPr/>
          <p:nvPr/>
        </p:nvSpPr>
        <p:spPr>
          <a:xfrm>
            <a:off x="3826933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63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6D61-8882-4BED-9BE8-76DCE7E5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which cricketer is known as mr 360?</a:t>
            </a:r>
            <a:endParaRPr lang="en-PK" dirty="0"/>
          </a:p>
        </p:txBody>
      </p:sp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4C3CD401-6E31-4B36-B3DD-6DAB32D2DB14}"/>
              </a:ext>
            </a:extLst>
          </p:cNvPr>
          <p:cNvSpPr/>
          <p:nvPr/>
        </p:nvSpPr>
        <p:spPr>
          <a:xfrm>
            <a:off x="3674533" y="3560880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Abraham Benjamin De Villiars</a:t>
            </a:r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79B71EA5-8516-4C64-AAE3-F2C8F41BD466}"/>
              </a:ext>
            </a:extLst>
          </p:cNvPr>
          <p:cNvSpPr/>
          <p:nvPr/>
        </p:nvSpPr>
        <p:spPr>
          <a:xfrm>
            <a:off x="3674533" y="2707317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E64BA-3556-4AA6-B566-BEDD3A94D93A}"/>
              </a:ext>
            </a:extLst>
          </p:cNvPr>
          <p:cNvSpPr/>
          <p:nvPr/>
        </p:nvSpPr>
        <p:spPr>
          <a:xfrm>
            <a:off x="4919660" y="2825428"/>
            <a:ext cx="163019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David Warner</a:t>
            </a:r>
          </a:p>
        </p:txBody>
      </p:sp>
    </p:spTree>
    <p:extLst>
      <p:ext uri="{BB962C8B-B14F-4D97-AF65-F5344CB8AC3E}">
        <p14:creationId xmlns:p14="http://schemas.microsoft.com/office/powerpoint/2010/main" val="372841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9533224-C6CE-45E3-AEAE-A36FB20E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You choose the right answer</a:t>
            </a:r>
            <a:endParaRPr lang="en-PK" dirty="0"/>
          </a:p>
        </p:txBody>
      </p:sp>
      <p:sp>
        <p:nvSpPr>
          <p:cNvPr id="7" name="Rectangle: Diagonal Corners Rounded 6">
            <a:hlinkClick r:id="rId2" action="ppaction://hlinksldjump"/>
            <a:extLst>
              <a:ext uri="{FF2B5EF4-FFF2-40B4-BE49-F238E27FC236}">
                <a16:creationId xmlns:a16="http://schemas.microsoft.com/office/drawing/2014/main" id="{BD4A1A54-4F34-4DAF-8064-B86CAE81EB4E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5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8D6BF9-B89C-4477-8442-C7AFAA3C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Oops! Wrong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4A4F8571-87D7-4C82-B699-96E8F9AC49EA}"/>
              </a:ext>
            </a:extLst>
          </p:cNvPr>
          <p:cNvSpPr/>
          <p:nvPr/>
        </p:nvSpPr>
        <p:spPr>
          <a:xfrm>
            <a:off x="3826933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23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C49CAB-D16E-4B9B-B26B-D227411FD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Q: which cricketer is known as mr IPL?</a:t>
            </a:r>
            <a:endParaRPr lang="en-PK" dirty="0"/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00939534-6234-474C-840C-48AC5B7E6017}"/>
              </a:ext>
            </a:extLst>
          </p:cNvPr>
          <p:cNvSpPr/>
          <p:nvPr/>
        </p:nvSpPr>
        <p:spPr>
          <a:xfrm>
            <a:off x="3674533" y="3609824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Suresh Raina</a:t>
            </a:r>
          </a:p>
        </p:txBody>
      </p:sp>
      <p:sp>
        <p:nvSpPr>
          <p:cNvPr id="6" name="Rectangle: Rounded Corners 5">
            <a:hlinkClick r:id="rId3" action="ppaction://hlinksldjump"/>
            <a:extLst>
              <a:ext uri="{FF2B5EF4-FFF2-40B4-BE49-F238E27FC236}">
                <a16:creationId xmlns:a16="http://schemas.microsoft.com/office/drawing/2014/main" id="{CA3B8B0A-A8AC-4A81-9C3E-AF12C32E5F78}"/>
              </a:ext>
            </a:extLst>
          </p:cNvPr>
          <p:cNvSpPr/>
          <p:nvPr/>
        </p:nvSpPr>
        <p:spPr>
          <a:xfrm>
            <a:off x="3674533" y="2706310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46699-1371-4F44-8CF4-81364B90A295}"/>
              </a:ext>
            </a:extLst>
          </p:cNvPr>
          <p:cNvSpPr/>
          <p:nvPr/>
        </p:nvSpPr>
        <p:spPr>
          <a:xfrm>
            <a:off x="5125453" y="2825428"/>
            <a:ext cx="121860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MS Dhoni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720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4D28FB-7272-4CF5-8173-3D785BBE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You choose the right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58513A4A-6202-4237-8238-612016631D3E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60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233519-CDBB-40AB-8BAD-9212D8F90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Oops! Wrong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19DF788A-93DA-4CE5-A3C0-6F1BB5ECD66D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922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DE406F-DD25-4025-A912-BB1FDFD06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Q: which cricketer is known as god of cricket?</a:t>
            </a:r>
            <a:endParaRPr lang="en-PK" dirty="0"/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219C601F-4F6C-4706-AAF8-C5312EF966ED}"/>
              </a:ext>
            </a:extLst>
          </p:cNvPr>
          <p:cNvSpPr/>
          <p:nvPr/>
        </p:nvSpPr>
        <p:spPr>
          <a:xfrm>
            <a:off x="3674533" y="3609824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Gautham Gambhir</a:t>
            </a:r>
          </a:p>
        </p:txBody>
      </p:sp>
      <p:sp>
        <p:nvSpPr>
          <p:cNvPr id="6" name="Rectangle: Rounded Corners 5">
            <a:hlinkClick r:id="rId3" action="ppaction://hlinksldjump"/>
            <a:extLst>
              <a:ext uri="{FF2B5EF4-FFF2-40B4-BE49-F238E27FC236}">
                <a16:creationId xmlns:a16="http://schemas.microsoft.com/office/drawing/2014/main" id="{1A344E2F-0643-4A36-8C44-8EAB4F471B2D}"/>
              </a:ext>
            </a:extLst>
          </p:cNvPr>
          <p:cNvSpPr/>
          <p:nvPr/>
        </p:nvSpPr>
        <p:spPr>
          <a:xfrm>
            <a:off x="3674533" y="2706309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Sachin Tendulkar</a:t>
            </a:r>
          </a:p>
        </p:txBody>
      </p:sp>
    </p:spTree>
    <p:extLst>
      <p:ext uri="{BB962C8B-B14F-4D97-AF65-F5344CB8AC3E}">
        <p14:creationId xmlns:p14="http://schemas.microsoft.com/office/powerpoint/2010/main" val="101167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EB04B2-A7DE-4920-9B9D-30B02954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You choose the right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8A9A16B0-1DC3-475D-8780-2C15BF9D8489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1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1D5C16-1887-49DC-BCF2-F6EC9339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Oops! Wrong answer</a:t>
            </a:r>
            <a:endParaRPr lang="en-PK" dirty="0"/>
          </a:p>
        </p:txBody>
      </p:sp>
      <p:sp>
        <p:nvSpPr>
          <p:cNvPr id="5" name="Rectangle: Diagonal Corners Rounded 4">
            <a:hlinkClick r:id="rId2" action="ppaction://hlinksldjump"/>
            <a:extLst>
              <a:ext uri="{FF2B5EF4-FFF2-40B4-BE49-F238E27FC236}">
                <a16:creationId xmlns:a16="http://schemas.microsoft.com/office/drawing/2014/main" id="{3F8764CF-D426-4FD9-BD54-ED1160C890A6}"/>
              </a:ext>
            </a:extLst>
          </p:cNvPr>
          <p:cNvSpPr/>
          <p:nvPr/>
        </p:nvSpPr>
        <p:spPr>
          <a:xfrm>
            <a:off x="3804355" y="2746022"/>
            <a:ext cx="3905955" cy="136595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Move to the next question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82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6DB6B3-6775-44E1-8CD9-175465FB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Q: which cricketer is known as Yorker king?</a:t>
            </a:r>
            <a:endParaRPr lang="en-PK" dirty="0"/>
          </a:p>
        </p:txBody>
      </p:sp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BC2002FA-B596-4A8E-BD09-08E6830E986A}"/>
              </a:ext>
            </a:extLst>
          </p:cNvPr>
          <p:cNvSpPr/>
          <p:nvPr/>
        </p:nvSpPr>
        <p:spPr>
          <a:xfrm>
            <a:off x="3674533" y="3609824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Waqar Younus</a:t>
            </a:r>
          </a:p>
        </p:txBody>
      </p:sp>
      <p:sp>
        <p:nvSpPr>
          <p:cNvPr id="6" name="Rectangle: Rounded Corners 5">
            <a:hlinkClick r:id="rId3" action="ppaction://hlinksldjump"/>
            <a:extLst>
              <a:ext uri="{FF2B5EF4-FFF2-40B4-BE49-F238E27FC236}">
                <a16:creationId xmlns:a16="http://schemas.microsoft.com/office/drawing/2014/main" id="{32ED21A0-BEBF-489A-A535-415F554F415C}"/>
              </a:ext>
            </a:extLst>
          </p:cNvPr>
          <p:cNvSpPr/>
          <p:nvPr/>
        </p:nvSpPr>
        <p:spPr>
          <a:xfrm>
            <a:off x="3674533" y="2706310"/>
            <a:ext cx="4120445" cy="541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B1B96C-9FD9-4E13-9190-49B19427CF90}"/>
              </a:ext>
            </a:extLst>
          </p:cNvPr>
          <p:cNvSpPr/>
          <p:nvPr/>
        </p:nvSpPr>
        <p:spPr>
          <a:xfrm>
            <a:off x="4921873" y="2825428"/>
            <a:ext cx="162576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Lasith Malinga</a:t>
            </a:r>
          </a:p>
        </p:txBody>
      </p:sp>
    </p:spTree>
    <p:extLst>
      <p:ext uri="{BB962C8B-B14F-4D97-AF65-F5344CB8AC3E}">
        <p14:creationId xmlns:p14="http://schemas.microsoft.com/office/powerpoint/2010/main" val="1342339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9774EF-0260-4570-8CC0-D87CCD2F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You choose the right answer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1128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C41CA0-A635-447F-81EA-2A8300C7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Oops! Wrong answer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090815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</TotalTime>
  <Words>162</Words>
  <Application>Microsoft Office PowerPoint</Application>
  <PresentationFormat>Widescreen</PresentationFormat>
  <Paragraphs>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General Knowledge Quiz </vt:lpstr>
      <vt:lpstr>Q: Who is the father of Pakistan cricket team?</vt:lpstr>
      <vt:lpstr>You choose the right answer</vt:lpstr>
      <vt:lpstr>Oops! Wrong answer</vt:lpstr>
      <vt:lpstr>Q: which cricketer is known as mr 360?</vt:lpstr>
      <vt:lpstr>You choose the right answer</vt:lpstr>
      <vt:lpstr>Oops! Wrong answer</vt:lpstr>
      <vt:lpstr>Q: which cricketer is known as mr IPL?</vt:lpstr>
      <vt:lpstr>You choose the right answer</vt:lpstr>
      <vt:lpstr>Oops! Wrong answer</vt:lpstr>
      <vt:lpstr>Q: which cricketer is known as god of cricket?</vt:lpstr>
      <vt:lpstr>You choose the right answer</vt:lpstr>
      <vt:lpstr>Oops! Wrong answer</vt:lpstr>
      <vt:lpstr>Q: which cricketer is known as Yorker king?</vt:lpstr>
      <vt:lpstr>You choose the right answer</vt:lpstr>
      <vt:lpstr>Oops! Wrong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Knowledge Quiz</dc:title>
  <dc:creator>Administrator</dc:creator>
  <cp:lastModifiedBy>Administrator</cp:lastModifiedBy>
  <cp:revision>6</cp:revision>
  <dcterms:created xsi:type="dcterms:W3CDTF">2025-10-09T06:48:22Z</dcterms:created>
  <dcterms:modified xsi:type="dcterms:W3CDTF">2025-10-09T07:44:22Z</dcterms:modified>
</cp:coreProperties>
</file>